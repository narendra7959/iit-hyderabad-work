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76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12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1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79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85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43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52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21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7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95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234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504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62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746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83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A093A3A-EAD1-4F65-9A82-ACEF2A458791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3DF13-75C1-4229-83C1-C548047D7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95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87794A-8138-414A-B271-C95CA943B082}"/>
              </a:ext>
            </a:extLst>
          </p:cNvPr>
          <p:cNvSpPr txBox="1"/>
          <p:nvPr/>
        </p:nvSpPr>
        <p:spPr>
          <a:xfrm>
            <a:off x="514904" y="331135"/>
            <a:ext cx="89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LAST WEEK WORK analysis  :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281F1-E8EC-406E-AC26-0E7D16AF3786}"/>
              </a:ext>
            </a:extLst>
          </p:cNvPr>
          <p:cNvSpPr txBox="1"/>
          <p:nvPr/>
        </p:nvSpPr>
        <p:spPr>
          <a:xfrm>
            <a:off x="514904" y="1109709"/>
            <a:ext cx="883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Trained yolo model from scratch with default parameters for 500 epochs, but ran only for 150 epochs due to no improvement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7D982-5675-4BF0-9398-A0658C5A3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82" y="2510160"/>
            <a:ext cx="9499107" cy="114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1D335-1DFF-497B-9F11-FBDB41446BA3}"/>
              </a:ext>
            </a:extLst>
          </p:cNvPr>
          <p:cNvSpPr txBox="1"/>
          <p:nvPr/>
        </p:nvSpPr>
        <p:spPr>
          <a:xfrm>
            <a:off x="550416" y="506027"/>
            <a:ext cx="9632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 we trained 150 epochs as a pre trained model for 300 epochs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5C18B-25CC-4E85-AC5E-381FDEDD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4" y="1901314"/>
            <a:ext cx="10937289" cy="2185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0D6FC6-5E5F-4AC5-AB5F-1B1822882422}"/>
              </a:ext>
            </a:extLst>
          </p:cNvPr>
          <p:cNvSpPr txBox="1"/>
          <p:nvPr/>
        </p:nvSpPr>
        <p:spPr>
          <a:xfrm>
            <a:off x="9232776" y="30360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HAND VEINS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68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3ECBD-D0B3-43A5-953E-6F6289A0A469}"/>
              </a:ext>
            </a:extLst>
          </p:cNvPr>
          <p:cNvSpPr txBox="1"/>
          <p:nvPr/>
        </p:nvSpPr>
        <p:spPr>
          <a:xfrm>
            <a:off x="1029810" y="550416"/>
            <a:ext cx="85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TRAINED MODEL WITH CHANGED PARAMETERS for 300 epochs but it ran for 146 epochs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E4F1D-2D49-4315-97EF-49979169A119}"/>
              </a:ext>
            </a:extLst>
          </p:cNvPr>
          <p:cNvSpPr txBox="1"/>
          <p:nvPr/>
        </p:nvSpPr>
        <p:spPr>
          <a:xfrm>
            <a:off x="923278" y="1473693"/>
            <a:ext cx="9507984" cy="488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35A7D-F1E8-414D-8DF6-4227C3CB7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10" y="1897510"/>
            <a:ext cx="9507984" cy="89682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90EC97-1B94-4AEA-A22B-96C3AD837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762417"/>
              </p:ext>
            </p:extLst>
          </p:nvPr>
        </p:nvGraphicFramePr>
        <p:xfrm>
          <a:off x="1496134" y="3494674"/>
          <a:ext cx="9199732" cy="328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933">
                  <a:extLst>
                    <a:ext uri="{9D8B030D-6E8A-4147-A177-3AD203B41FA5}">
                      <a16:colId xmlns:a16="http://schemas.microsoft.com/office/drawing/2014/main" val="3277176197"/>
                    </a:ext>
                  </a:extLst>
                </a:gridCol>
                <a:gridCol w="2299933">
                  <a:extLst>
                    <a:ext uri="{9D8B030D-6E8A-4147-A177-3AD203B41FA5}">
                      <a16:colId xmlns:a16="http://schemas.microsoft.com/office/drawing/2014/main" val="3422388192"/>
                    </a:ext>
                  </a:extLst>
                </a:gridCol>
                <a:gridCol w="1901056">
                  <a:extLst>
                    <a:ext uri="{9D8B030D-6E8A-4147-A177-3AD203B41FA5}">
                      <a16:colId xmlns:a16="http://schemas.microsoft.com/office/drawing/2014/main" val="3577033306"/>
                    </a:ext>
                  </a:extLst>
                </a:gridCol>
                <a:gridCol w="2698810">
                  <a:extLst>
                    <a:ext uri="{9D8B030D-6E8A-4147-A177-3AD203B41FA5}">
                      <a16:colId xmlns:a16="http://schemas.microsoft.com/office/drawing/2014/main" val="97960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default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changed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91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Initial learning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leads to stable convergence and less fluctuations in validation losses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3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Weight decay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for regularization, prevents overfitting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39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degrees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93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scale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79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dropout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12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57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0889C2-A679-4016-8896-CBEC058B9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83" y="1547920"/>
            <a:ext cx="11407806" cy="406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70286E-ECF6-4BEC-9F40-314DCA7BA97A}"/>
              </a:ext>
            </a:extLst>
          </p:cNvPr>
          <p:cNvSpPr txBox="1"/>
          <p:nvPr/>
        </p:nvSpPr>
        <p:spPr>
          <a:xfrm>
            <a:off x="701336" y="322750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all training models, it is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Validation error is increasing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 able to generalize well to unseen data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486A2-C858-40D7-9466-1E17B8842A11}"/>
              </a:ext>
            </a:extLst>
          </p:cNvPr>
          <p:cNvSpPr txBox="1"/>
          <p:nvPr/>
        </p:nvSpPr>
        <p:spPr>
          <a:xfrm>
            <a:off x="594804" y="5814874"/>
            <a:ext cx="870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Possible reasons : </a:t>
            </a:r>
          </a:p>
          <a:p>
            <a:r>
              <a:rPr lang="en-GB" dirty="0"/>
              <a:t>Decreased contrast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63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75CB6D-7B16-4E16-9B92-19F105A62C65}"/>
              </a:ext>
            </a:extLst>
          </p:cNvPr>
          <p:cNvSpPr txBox="1"/>
          <p:nvPr/>
        </p:nvSpPr>
        <p:spPr>
          <a:xfrm>
            <a:off x="417250" y="452761"/>
            <a:ext cx="355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PRESENT AND FUTURE WORK 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B51C4-32EA-40EE-A8E4-B72E032EA8DF}"/>
              </a:ext>
            </a:extLst>
          </p:cNvPr>
          <p:cNvSpPr txBox="1"/>
          <p:nvPr/>
        </p:nvSpPr>
        <p:spPr>
          <a:xfrm>
            <a:off x="523783" y="1251751"/>
            <a:ext cx="11132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We tested the best model we got till now for jugular veins and took images with perfect segmentation.</a:t>
            </a:r>
          </a:p>
          <a:p>
            <a:pPr marL="342900" indent="-342900">
              <a:buAutoNum type="arabicPeriod"/>
            </a:pPr>
            <a:r>
              <a:rPr lang="en-GB" dirty="0"/>
              <a:t>Also added manually annotated images to it.</a:t>
            </a:r>
          </a:p>
          <a:p>
            <a:pPr marL="342900" indent="-342900">
              <a:buAutoNum type="arabicPeriod"/>
            </a:pPr>
            <a:r>
              <a:rPr lang="en-GB" dirty="0"/>
              <a:t>Converted to binary mask image</a:t>
            </a:r>
          </a:p>
          <a:p>
            <a:pPr marL="342900" indent="-342900">
              <a:buAutoNum type="arabicPeriod"/>
            </a:pPr>
            <a:r>
              <a:rPr lang="en-GB" dirty="0"/>
              <a:t>Did data augmentation for large dataset</a:t>
            </a:r>
          </a:p>
          <a:p>
            <a:pPr marL="342900" indent="-342900">
              <a:buAutoNum type="arabicPeriod"/>
            </a:pPr>
            <a:r>
              <a:rPr lang="en-GB" dirty="0"/>
              <a:t>Did horizontal, vertical, perspective and rotated image by 10 degrees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EFA87-DC3B-4377-B458-2ABE2893D081}"/>
              </a:ext>
            </a:extLst>
          </p:cNvPr>
          <p:cNvSpPr txBox="1"/>
          <p:nvPr/>
        </p:nvSpPr>
        <p:spPr>
          <a:xfrm>
            <a:off x="523783" y="3906175"/>
            <a:ext cx="10679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Either do pre-processing for images </a:t>
            </a:r>
          </a:p>
          <a:p>
            <a:r>
              <a:rPr lang="en-GB" dirty="0"/>
              <a:t>Training the model from scratch with jugular vein images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25430-1BA6-4754-B226-EF489AF37FE4}"/>
              </a:ext>
            </a:extLst>
          </p:cNvPr>
          <p:cNvSpPr txBox="1"/>
          <p:nvPr/>
        </p:nvSpPr>
        <p:spPr>
          <a:xfrm>
            <a:off x="6365289" y="275208"/>
            <a:ext cx="48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WITH JUGULAR VEINS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51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D0428A-155B-4AC8-83F2-96AB637F0D45}"/>
              </a:ext>
            </a:extLst>
          </p:cNvPr>
          <p:cNvSpPr txBox="1"/>
          <p:nvPr/>
        </p:nvSpPr>
        <p:spPr>
          <a:xfrm>
            <a:off x="4623786" y="248575"/>
            <a:ext cx="583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PREDICTED IMAGES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8562B-66AE-4F33-B78D-A32DD77D5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015" y="1518821"/>
            <a:ext cx="3962400" cy="3962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E913D0-FAC9-48B3-B81C-6BDACBAC7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83" y="1518821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8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D0428A-155B-4AC8-83F2-96AB637F0D45}"/>
              </a:ext>
            </a:extLst>
          </p:cNvPr>
          <p:cNvSpPr txBox="1"/>
          <p:nvPr/>
        </p:nvSpPr>
        <p:spPr>
          <a:xfrm>
            <a:off x="4703687" y="443884"/>
            <a:ext cx="583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PREDICTED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CABFF-C242-476E-BE92-03EE8846E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792" y="1820662"/>
            <a:ext cx="3962400" cy="396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916735-E761-4036-9B28-42C0C6EE0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87" y="1820662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6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77</TotalTime>
  <Words>194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17</cp:revision>
  <dcterms:created xsi:type="dcterms:W3CDTF">2025-05-27T01:49:07Z</dcterms:created>
  <dcterms:modified xsi:type="dcterms:W3CDTF">2025-05-27T03:07:05Z</dcterms:modified>
</cp:coreProperties>
</file>